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Times New Roman Bold" panose="02020803070505020304" pitchFamily="18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2856053" y="3268623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AutoShape 3"/>
          <p:cNvSpPr/>
          <p:nvPr/>
        </p:nvSpPr>
        <p:spPr>
          <a:xfrm>
            <a:off x="15041880" y="8969235"/>
            <a:ext cx="649224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390067" y="608767"/>
            <a:ext cx="922785" cy="922785"/>
          </a:xfrm>
          <a:custGeom>
            <a:avLst/>
            <a:gdLst/>
            <a:ahLst/>
            <a:cxnLst/>
            <a:rect l="l" t="t" r="r" b="b"/>
            <a:pathLst>
              <a:path w="922785" h="922785">
                <a:moveTo>
                  <a:pt x="0" y="0"/>
                </a:moveTo>
                <a:lnTo>
                  <a:pt x="922785" y="0"/>
                </a:lnTo>
                <a:lnTo>
                  <a:pt x="922785" y="922785"/>
                </a:lnTo>
                <a:lnTo>
                  <a:pt x="0" y="9227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2601885" y="1463560"/>
            <a:ext cx="13084230" cy="7359879"/>
          </a:xfrm>
          <a:custGeom>
            <a:avLst/>
            <a:gdLst/>
            <a:ahLst/>
            <a:cxnLst/>
            <a:rect l="l" t="t" r="r" b="b"/>
            <a:pathLst>
              <a:path w="13084230" h="7359879">
                <a:moveTo>
                  <a:pt x="0" y="0"/>
                </a:moveTo>
                <a:lnTo>
                  <a:pt x="13084230" y="0"/>
                </a:lnTo>
                <a:lnTo>
                  <a:pt x="13084230" y="7359880"/>
                </a:lnTo>
                <a:lnTo>
                  <a:pt x="0" y="7359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12492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7395082" y="9472146"/>
            <a:ext cx="623276" cy="609286"/>
          </a:xfrm>
          <a:custGeom>
            <a:avLst/>
            <a:gdLst/>
            <a:ahLst/>
            <a:cxnLst/>
            <a:rect l="l" t="t" r="r" b="b"/>
            <a:pathLst>
              <a:path w="938341" h="938341">
                <a:moveTo>
                  <a:pt x="0" y="0"/>
                </a:moveTo>
                <a:lnTo>
                  <a:pt x="938341" y="0"/>
                </a:lnTo>
                <a:lnTo>
                  <a:pt x="938341" y="938341"/>
                </a:lnTo>
                <a:lnTo>
                  <a:pt x="0" y="938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-74000" y="4890086"/>
            <a:ext cx="18361999" cy="34143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/ Solution Title</a:t>
            </a:r>
          </a:p>
          <a:p>
            <a:pPr algn="ctr">
              <a:lnSpc>
                <a:spcPts val="4479"/>
              </a:lnSpc>
            </a:pPr>
            <a:r>
              <a:rPr lang="en-US" sz="31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</a:t>
            </a:r>
          </a:p>
          <a:p>
            <a:pPr algn="ctr">
              <a:lnSpc>
                <a:spcPts val="4479"/>
              </a:lnSpc>
            </a:pPr>
            <a:r>
              <a:rPr lang="en-US" sz="31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/ Institution Name</a:t>
            </a:r>
          </a:p>
          <a:p>
            <a:pPr algn="ctr">
              <a:lnSpc>
                <a:spcPts val="4479"/>
              </a:lnSpc>
            </a:pPr>
            <a:r>
              <a:rPr lang="en-US" sz="31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</a:p>
          <a:p>
            <a:pPr algn="ctr">
              <a:lnSpc>
                <a:spcPts val="4479"/>
              </a:lnSpc>
            </a:pPr>
            <a:r>
              <a:rPr lang="en-US" sz="31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Leader</a:t>
            </a:r>
          </a:p>
          <a:p>
            <a:pPr algn="ctr">
              <a:lnSpc>
                <a:spcPts val="4479"/>
              </a:lnSpc>
            </a:pPr>
            <a:endParaRPr lang="en-US" sz="31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6A7533C-CA32-CBE0-7E6F-6A44C6D6985C}"/>
              </a:ext>
            </a:extLst>
          </p:cNvPr>
          <p:cNvGrpSpPr/>
          <p:nvPr/>
        </p:nvGrpSpPr>
        <p:grpSpPr>
          <a:xfrm>
            <a:off x="49016" y="173793"/>
            <a:ext cx="18288000" cy="1160203"/>
            <a:chOff x="213455" y="357114"/>
            <a:chExt cx="18288000" cy="1160203"/>
          </a:xfrm>
        </p:grpSpPr>
        <p:sp>
          <p:nvSpPr>
            <p:cNvPr id="7" name="Freeform 7"/>
            <p:cNvSpPr/>
            <p:nvPr/>
          </p:nvSpPr>
          <p:spPr>
            <a:xfrm>
              <a:off x="588234" y="594532"/>
              <a:ext cx="922785" cy="922785"/>
            </a:xfrm>
            <a:custGeom>
              <a:avLst/>
              <a:gdLst/>
              <a:ahLst/>
              <a:cxnLst/>
              <a:rect l="l" t="t" r="r" b="b"/>
              <a:pathLst>
                <a:path w="922785" h="922785">
                  <a:moveTo>
                    <a:pt x="0" y="0"/>
                  </a:moveTo>
                  <a:lnTo>
                    <a:pt x="922785" y="0"/>
                  </a:lnTo>
                  <a:lnTo>
                    <a:pt x="922785" y="922785"/>
                  </a:lnTo>
                  <a:lnTo>
                    <a:pt x="0" y="922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3455" y="357114"/>
              <a:ext cx="18288000" cy="875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063"/>
                </a:lnSpc>
                <a:spcBef>
                  <a:spcPct val="0"/>
                </a:spcBef>
              </a:pPr>
              <a:r>
                <a:rPr lang="en-US" sz="3200" b="1" spc="132" dirty="0">
                  <a:solidFill>
                    <a:srgbClr val="FFFFFF"/>
                  </a:solidFill>
                  <a:latin typeface="Times New Roman "/>
                  <a:ea typeface="Times New Roman Bold"/>
                  <a:cs typeface="Times New Roman Bold"/>
                  <a:sym typeface="Times New Roman Bold"/>
                </a:rPr>
                <a:t>NEHRU INSTITUTE OF INFORMATION TECHNOLOGY &amp; MANAGEMENT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6A295E-ECB5-7238-0BC9-26EBDF3B5E8B}"/>
              </a:ext>
            </a:extLst>
          </p:cNvPr>
          <p:cNvGrpSpPr/>
          <p:nvPr/>
        </p:nvGrpSpPr>
        <p:grpSpPr>
          <a:xfrm>
            <a:off x="655497" y="1393366"/>
            <a:ext cx="16606783" cy="1106661"/>
            <a:chOff x="655497" y="1393366"/>
            <a:chExt cx="16606783" cy="1106661"/>
          </a:xfrm>
        </p:grpSpPr>
        <p:sp>
          <p:nvSpPr>
            <p:cNvPr id="8" name="Freeform 8"/>
            <p:cNvSpPr/>
            <p:nvPr/>
          </p:nvSpPr>
          <p:spPr>
            <a:xfrm>
              <a:off x="4267200" y="1499310"/>
              <a:ext cx="1000717" cy="1000717"/>
            </a:xfrm>
            <a:custGeom>
              <a:avLst/>
              <a:gdLst/>
              <a:ahLst/>
              <a:cxnLst/>
              <a:rect l="l" t="t" r="r" b="b"/>
              <a:pathLst>
                <a:path w="1000717" h="1000717">
                  <a:moveTo>
                    <a:pt x="0" y="0"/>
                  </a:moveTo>
                  <a:lnTo>
                    <a:pt x="1000717" y="0"/>
                  </a:lnTo>
                  <a:lnTo>
                    <a:pt x="1000717" y="1000716"/>
                  </a:lnTo>
                  <a:lnTo>
                    <a:pt x="0" y="10007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5497" y="1393366"/>
              <a:ext cx="16606783" cy="8752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063"/>
                </a:lnSpc>
                <a:spcBef>
                  <a:spcPct val="0"/>
                </a:spcBef>
              </a:pPr>
              <a:r>
                <a:rPr lang="en-US" sz="3000" b="1" spc="132" dirty="0">
                  <a:solidFill>
                    <a:srgbClr val="FFFFFF"/>
                  </a:solidFill>
                  <a:latin typeface="Times New Roman "/>
                  <a:ea typeface="Times New Roman Bold"/>
                  <a:cs typeface="Times New Roman Bold"/>
                  <a:sym typeface="Times New Roman Bold"/>
                </a:rPr>
                <a:t>NEHRU COLLEGE OF MANAGEMENT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33400" y="1247185"/>
            <a:ext cx="16606783" cy="35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3"/>
              </a:lnSpc>
              <a:spcBef>
                <a:spcPct val="0"/>
              </a:spcBef>
            </a:pPr>
            <a:r>
              <a:rPr lang="en-US" sz="2059" b="1" spc="47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 ASSOCIATED WITH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-185112" y="3481188"/>
            <a:ext cx="18288000" cy="89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83"/>
              </a:lnSpc>
              <a:spcBef>
                <a:spcPct val="0"/>
              </a:spcBef>
            </a:pPr>
            <a:r>
              <a:rPr lang="en-US" sz="5059" b="1" spc="116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HACKSPARK’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982967" y="400502"/>
            <a:ext cx="1305033" cy="333097"/>
            <a:chOff x="0" y="0"/>
            <a:chExt cx="343712" cy="877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3712" cy="87729"/>
            </a:xfrm>
            <a:custGeom>
              <a:avLst/>
              <a:gdLst/>
              <a:ahLst/>
              <a:cxnLst/>
              <a:rect l="l" t="t" r="r" b="b"/>
              <a:pathLst>
                <a:path w="343712" h="87729">
                  <a:moveTo>
                    <a:pt x="0" y="0"/>
                  </a:moveTo>
                  <a:lnTo>
                    <a:pt x="343712" y="0"/>
                  </a:lnTo>
                  <a:lnTo>
                    <a:pt x="343712" y="87729"/>
                  </a:lnTo>
                  <a:lnTo>
                    <a:pt x="0" y="87729"/>
                  </a:lnTo>
                  <a:close/>
                </a:path>
              </a:pathLst>
            </a:custGeom>
            <a:gradFill rotWithShape="1">
              <a:gsLst>
                <a:gs pos="0">
                  <a:srgbClr val="4E69B1">
                    <a:alpha val="100000"/>
                  </a:srgbClr>
                </a:gs>
                <a:gs pos="100000">
                  <a:srgbClr val="15122A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3712" cy="125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52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7297400" y="9259366"/>
            <a:ext cx="732304" cy="771793"/>
          </a:xfrm>
          <a:custGeom>
            <a:avLst/>
            <a:gdLst/>
            <a:ahLst/>
            <a:cxnLst/>
            <a:rect l="l" t="t" r="r" b="b"/>
            <a:pathLst>
              <a:path w="938341" h="938341">
                <a:moveTo>
                  <a:pt x="0" y="0"/>
                </a:moveTo>
                <a:lnTo>
                  <a:pt x="938341" y="0"/>
                </a:lnTo>
                <a:lnTo>
                  <a:pt x="938341" y="938341"/>
                </a:lnTo>
                <a:lnTo>
                  <a:pt x="0" y="938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-31955" y="567050"/>
            <a:ext cx="18288000" cy="89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4"/>
              </a:lnSpc>
            </a:pPr>
            <a:r>
              <a:rPr lang="en-US" sz="5000" b="1" dirty="0">
                <a:solidFill>
                  <a:srgbClr val="FFFFFF"/>
                </a:solidFill>
                <a:latin typeface="Times New Roman "/>
                <a:ea typeface="Times New Roman Bold"/>
                <a:cs typeface="Times New Roman Bold"/>
                <a:sym typeface="Times New Roman Bold"/>
              </a:rPr>
              <a:t>What is the problem?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7349659" y="9348659"/>
            <a:ext cx="938341" cy="938341"/>
          </a:xfrm>
          <a:custGeom>
            <a:avLst/>
            <a:gdLst/>
            <a:ahLst/>
            <a:cxnLst/>
            <a:rect l="l" t="t" r="r" b="b"/>
            <a:pathLst>
              <a:path w="938341" h="938341">
                <a:moveTo>
                  <a:pt x="0" y="0"/>
                </a:moveTo>
                <a:lnTo>
                  <a:pt x="938341" y="0"/>
                </a:lnTo>
                <a:lnTo>
                  <a:pt x="938341" y="938341"/>
                </a:lnTo>
                <a:lnTo>
                  <a:pt x="0" y="938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0" y="724075"/>
            <a:ext cx="18288000" cy="89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4"/>
              </a:lnSpc>
            </a:pPr>
            <a:r>
              <a:rPr lang="en-US" sz="5000" b="1" spc="-150" dirty="0">
                <a:solidFill>
                  <a:srgbClr val="FFFFFF"/>
                </a:solidFill>
                <a:latin typeface="Times New Roman "/>
                <a:ea typeface="Times New Roman Bold"/>
                <a:cs typeface="Times New Roman Bold"/>
                <a:sym typeface="Times New Roman Bold"/>
              </a:rPr>
              <a:t>Who is affected by this problem?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-1143000" y="724075"/>
            <a:ext cx="19431000" cy="890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704"/>
              </a:lnSpc>
            </a:pPr>
            <a:r>
              <a:rPr lang="en-US" sz="5000" b="1" dirty="0">
                <a:solidFill>
                  <a:srgbClr val="FFFFFF"/>
                </a:solidFill>
                <a:latin typeface="Times New Roman "/>
                <a:ea typeface="Times New Roman Bold"/>
                <a:cs typeface="Times New Roman Bold"/>
                <a:sym typeface="Times New Roman Bold"/>
              </a:rPr>
              <a:t>Why does this problem need a Solution?</a:t>
            </a:r>
          </a:p>
        </p:txBody>
      </p:sp>
      <p:sp>
        <p:nvSpPr>
          <p:cNvPr id="4" name="Freeform 4"/>
          <p:cNvSpPr/>
          <p:nvPr/>
        </p:nvSpPr>
        <p:spPr>
          <a:xfrm>
            <a:off x="17349659" y="9348659"/>
            <a:ext cx="938341" cy="938341"/>
          </a:xfrm>
          <a:custGeom>
            <a:avLst/>
            <a:gdLst/>
            <a:ahLst/>
            <a:cxnLst/>
            <a:rect l="l" t="t" r="r" b="b"/>
            <a:pathLst>
              <a:path w="938341" h="938341">
                <a:moveTo>
                  <a:pt x="0" y="0"/>
                </a:moveTo>
                <a:lnTo>
                  <a:pt x="938341" y="0"/>
                </a:lnTo>
                <a:lnTo>
                  <a:pt x="938341" y="938341"/>
                </a:lnTo>
                <a:lnTo>
                  <a:pt x="0" y="938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0" y="724075"/>
            <a:ext cx="18288000" cy="89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4"/>
              </a:lnSpc>
            </a:pPr>
            <a:r>
              <a:rPr lang="en-US" sz="50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Current challenges / limitations</a:t>
            </a:r>
          </a:p>
        </p:txBody>
      </p:sp>
      <p:sp>
        <p:nvSpPr>
          <p:cNvPr id="4" name="Freeform 4"/>
          <p:cNvSpPr/>
          <p:nvPr/>
        </p:nvSpPr>
        <p:spPr>
          <a:xfrm>
            <a:off x="17349659" y="9348659"/>
            <a:ext cx="938341" cy="938341"/>
          </a:xfrm>
          <a:custGeom>
            <a:avLst/>
            <a:gdLst/>
            <a:ahLst/>
            <a:cxnLst/>
            <a:rect l="l" t="t" r="r" b="b"/>
            <a:pathLst>
              <a:path w="938341" h="938341">
                <a:moveTo>
                  <a:pt x="0" y="0"/>
                </a:moveTo>
                <a:lnTo>
                  <a:pt x="938341" y="0"/>
                </a:lnTo>
                <a:lnTo>
                  <a:pt x="938341" y="938341"/>
                </a:lnTo>
                <a:lnTo>
                  <a:pt x="0" y="938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0" y="724075"/>
            <a:ext cx="18288000" cy="89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4"/>
              </a:lnSpc>
            </a:pPr>
            <a:r>
              <a:rPr lang="en-US" sz="50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is your proposed solution?</a:t>
            </a:r>
          </a:p>
        </p:txBody>
      </p:sp>
      <p:sp>
        <p:nvSpPr>
          <p:cNvPr id="4" name="Freeform 4"/>
          <p:cNvSpPr/>
          <p:nvPr/>
        </p:nvSpPr>
        <p:spPr>
          <a:xfrm>
            <a:off x="17349659" y="9348659"/>
            <a:ext cx="938341" cy="938341"/>
          </a:xfrm>
          <a:custGeom>
            <a:avLst/>
            <a:gdLst/>
            <a:ahLst/>
            <a:cxnLst/>
            <a:rect l="l" t="t" r="r" b="b"/>
            <a:pathLst>
              <a:path w="938341" h="938341">
                <a:moveTo>
                  <a:pt x="0" y="0"/>
                </a:moveTo>
                <a:lnTo>
                  <a:pt x="938341" y="0"/>
                </a:lnTo>
                <a:lnTo>
                  <a:pt x="938341" y="938341"/>
                </a:lnTo>
                <a:lnTo>
                  <a:pt x="0" y="938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0" y="724075"/>
            <a:ext cx="18288000" cy="89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4"/>
              </a:lnSpc>
            </a:pPr>
            <a:r>
              <a:rPr lang="en-US" sz="5000" b="1" dirty="0">
                <a:solidFill>
                  <a:srgbClr val="FFFFFF"/>
                </a:solidFill>
                <a:latin typeface="Times New Roman "/>
                <a:ea typeface="Times New Roman Bold"/>
                <a:cs typeface="Times New Roman Bold"/>
                <a:sym typeface="Times New Roman Bold"/>
              </a:rPr>
              <a:t>How does it solve the identified problem?</a:t>
            </a:r>
          </a:p>
        </p:txBody>
      </p:sp>
      <p:sp>
        <p:nvSpPr>
          <p:cNvPr id="4" name="Freeform 4"/>
          <p:cNvSpPr/>
          <p:nvPr/>
        </p:nvSpPr>
        <p:spPr>
          <a:xfrm>
            <a:off x="17349659" y="9348659"/>
            <a:ext cx="938341" cy="938341"/>
          </a:xfrm>
          <a:custGeom>
            <a:avLst/>
            <a:gdLst/>
            <a:ahLst/>
            <a:cxnLst/>
            <a:rect l="l" t="t" r="r" b="b"/>
            <a:pathLst>
              <a:path w="938341" h="938341">
                <a:moveTo>
                  <a:pt x="0" y="0"/>
                </a:moveTo>
                <a:lnTo>
                  <a:pt x="938341" y="0"/>
                </a:lnTo>
                <a:lnTo>
                  <a:pt x="938341" y="938341"/>
                </a:lnTo>
                <a:lnTo>
                  <a:pt x="0" y="938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0" y="724075"/>
            <a:ext cx="18288000" cy="89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4"/>
              </a:lnSpc>
            </a:pPr>
            <a:r>
              <a:rPr lang="en-US" sz="50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features of your solution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7349659" y="9348659"/>
            <a:ext cx="938341" cy="938341"/>
          </a:xfrm>
          <a:custGeom>
            <a:avLst/>
            <a:gdLst/>
            <a:ahLst/>
            <a:cxnLst/>
            <a:rect l="l" t="t" r="r" b="b"/>
            <a:pathLst>
              <a:path w="938341" h="938341">
                <a:moveTo>
                  <a:pt x="0" y="0"/>
                </a:moveTo>
                <a:lnTo>
                  <a:pt x="938341" y="0"/>
                </a:lnTo>
                <a:lnTo>
                  <a:pt x="938341" y="938341"/>
                </a:lnTo>
                <a:lnTo>
                  <a:pt x="0" y="938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0" y="724075"/>
            <a:ext cx="18288000" cy="89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4"/>
              </a:lnSpc>
            </a:pPr>
            <a:r>
              <a:rPr lang="en-US" sz="5000" b="1" dirty="0">
                <a:solidFill>
                  <a:srgbClr val="FFFFFF"/>
                </a:solidFill>
                <a:latin typeface="Times New Roman "/>
                <a:ea typeface="Times New Roman Bold"/>
                <a:cs typeface="Times New Roman Bold"/>
                <a:sym typeface="Times New Roman Bold"/>
              </a:rPr>
              <a:t>What makes your solution different?</a:t>
            </a:r>
          </a:p>
        </p:txBody>
      </p:sp>
      <p:sp>
        <p:nvSpPr>
          <p:cNvPr id="4" name="Freeform 4"/>
          <p:cNvSpPr/>
          <p:nvPr/>
        </p:nvSpPr>
        <p:spPr>
          <a:xfrm>
            <a:off x="17349659" y="9348659"/>
            <a:ext cx="938341" cy="938341"/>
          </a:xfrm>
          <a:custGeom>
            <a:avLst/>
            <a:gdLst/>
            <a:ahLst/>
            <a:cxnLst/>
            <a:rect l="l" t="t" r="r" b="b"/>
            <a:pathLst>
              <a:path w="938341" h="938341">
                <a:moveTo>
                  <a:pt x="0" y="0"/>
                </a:moveTo>
                <a:lnTo>
                  <a:pt x="938341" y="0"/>
                </a:lnTo>
                <a:lnTo>
                  <a:pt x="938341" y="938341"/>
                </a:lnTo>
                <a:lnTo>
                  <a:pt x="0" y="938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0" y="724075"/>
            <a:ext cx="18288000" cy="89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04"/>
              </a:lnSpc>
            </a:pPr>
            <a:r>
              <a:rPr lang="en-US" sz="5000" b="1" dirty="0">
                <a:solidFill>
                  <a:srgbClr val="FFFFFF"/>
                </a:solidFill>
                <a:latin typeface="Times New Roman "/>
                <a:ea typeface="Times New Roman Bold"/>
                <a:cs typeface="Times New Roman Bold"/>
                <a:sym typeface="Times New Roman Bold"/>
              </a:rPr>
              <a:t>Mention the technologies you plan to use.</a:t>
            </a:r>
          </a:p>
        </p:txBody>
      </p:sp>
      <p:sp>
        <p:nvSpPr>
          <p:cNvPr id="4" name="Freeform 4"/>
          <p:cNvSpPr/>
          <p:nvPr/>
        </p:nvSpPr>
        <p:spPr>
          <a:xfrm>
            <a:off x="17349659" y="9348659"/>
            <a:ext cx="938341" cy="938341"/>
          </a:xfrm>
          <a:custGeom>
            <a:avLst/>
            <a:gdLst/>
            <a:ahLst/>
            <a:cxnLst/>
            <a:rect l="l" t="t" r="r" b="b"/>
            <a:pathLst>
              <a:path w="938341" h="938341">
                <a:moveTo>
                  <a:pt x="0" y="0"/>
                </a:moveTo>
                <a:lnTo>
                  <a:pt x="938341" y="0"/>
                </a:lnTo>
                <a:lnTo>
                  <a:pt x="938341" y="938341"/>
                </a:lnTo>
                <a:lnTo>
                  <a:pt x="0" y="938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421257" y="3072207"/>
            <a:ext cx="9181850" cy="382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779"/>
              </a:lnSpc>
            </a:pPr>
            <a:r>
              <a:rPr lang="en-US" sz="12740" b="1" spc="-59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YOU!</a:t>
            </a:r>
          </a:p>
        </p:txBody>
      </p:sp>
      <p:sp>
        <p:nvSpPr>
          <p:cNvPr id="4" name="Freeform 4"/>
          <p:cNvSpPr/>
          <p:nvPr/>
        </p:nvSpPr>
        <p:spPr>
          <a:xfrm>
            <a:off x="17349659" y="9348659"/>
            <a:ext cx="938341" cy="938341"/>
          </a:xfrm>
          <a:custGeom>
            <a:avLst/>
            <a:gdLst/>
            <a:ahLst/>
            <a:cxnLst/>
            <a:rect l="l" t="t" r="r" b="b"/>
            <a:pathLst>
              <a:path w="938341" h="938341">
                <a:moveTo>
                  <a:pt x="0" y="0"/>
                </a:moveTo>
                <a:lnTo>
                  <a:pt x="938341" y="0"/>
                </a:lnTo>
                <a:lnTo>
                  <a:pt x="938341" y="938341"/>
                </a:lnTo>
                <a:lnTo>
                  <a:pt x="0" y="938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91</Words>
  <Application>Microsoft Office PowerPoint</Application>
  <PresentationFormat>Custom</PresentationFormat>
  <Paragraphs>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Times New Roman Bold</vt:lpstr>
      <vt:lpstr>Calibri</vt:lpstr>
      <vt:lpstr>Times New Roman</vt:lpstr>
      <vt:lpstr>Times New Roman 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kathon</dc:title>
  <dc:creator>Harsath</dc:creator>
  <cp:lastModifiedBy>Harsath Ganesan</cp:lastModifiedBy>
  <cp:revision>4</cp:revision>
  <dcterms:created xsi:type="dcterms:W3CDTF">2006-08-16T00:00:00Z</dcterms:created>
  <dcterms:modified xsi:type="dcterms:W3CDTF">2026-09-09T05:38:23Z</dcterms:modified>
  <dc:identifier>DAHUn4iFmqI</dc:identifier>
</cp:coreProperties>
</file>